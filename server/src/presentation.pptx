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16321318423-f06f85e504b3" ContentType="image/photo-1516321318423-f06f85e504b3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hoto-1516321318423-f06f85e504b3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67533" y="-3048000"/>
            <a:ext cx="6857829" cy="6858000"/>
          </a:xfrm>
          <a:prstGeom prst="roundRect">
            <a:avLst>
              <a:gd name="adj" fmla="val 926"/>
            </a:avLst>
          </a:prstGeom>
          <a:solidFill>
            <a:srgbClr val="E8F0FF"/>
          </a:solidFill>
          <a:ln/>
        </p:spPr>
      </p:sp>
      <p:sp>
        <p:nvSpPr>
          <p:cNvPr id="3" name="Shape 1"/>
          <p:cNvSpPr/>
          <p:nvPr/>
        </p:nvSpPr>
        <p:spPr>
          <a:xfrm>
            <a:off x="-2000200" y="4762500"/>
            <a:ext cx="4095648" cy="4095750"/>
          </a:xfrm>
          <a:prstGeom prst="roundRect">
            <a:avLst>
              <a:gd name="adj" fmla="val 2596"/>
            </a:avLst>
          </a:prstGeom>
          <a:solidFill>
            <a:srgbClr val="ECFDF5"/>
          </a:solidFill>
          <a:ln/>
        </p:spPr>
      </p:sp>
      <p:sp>
        <p:nvSpPr>
          <p:cNvPr id="4" name="Shape 2"/>
          <p:cNvSpPr/>
          <p:nvPr/>
        </p:nvSpPr>
        <p:spPr>
          <a:xfrm>
            <a:off x="9334267" y="4286250"/>
            <a:ext cx="1714457" cy="1714500"/>
          </a:xfrm>
          <a:prstGeom prst="roundRect">
            <a:avLst>
              <a:gd name="adj" fmla="val 14815"/>
            </a:avLst>
          </a:prstGeom>
          <a:solidFill>
            <a:srgbClr val="DBEAFE"/>
          </a:solidFill>
          <a:ln/>
        </p:spPr>
      </p:sp>
      <p:sp>
        <p:nvSpPr>
          <p:cNvPr id="5" name="Shape 3"/>
          <p:cNvSpPr/>
          <p:nvPr/>
        </p:nvSpPr>
        <p:spPr>
          <a:xfrm>
            <a:off x="5333867" y="1143000"/>
            <a:ext cx="857229" cy="857250"/>
          </a:xfrm>
          <a:prstGeom prst="ellipse">
            <a:avLst/>
          </a:prstGeom>
          <a:solidFill>
            <a:srgbClr val="BFDBFE"/>
          </a:solidFill>
          <a:ln/>
        </p:spPr>
      </p:sp>
      <p:sp>
        <p:nvSpPr>
          <p:cNvPr id="6" name="Shape 4"/>
          <p:cNvSpPr/>
          <p:nvPr/>
        </p:nvSpPr>
        <p:spPr>
          <a:xfrm>
            <a:off x="8381790" y="809625"/>
            <a:ext cx="1714457" cy="1333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9429514" y="1095375"/>
            <a:ext cx="1047724" cy="952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Shape 6"/>
          <p:cNvSpPr/>
          <p:nvPr/>
        </p:nvSpPr>
        <p:spPr>
          <a:xfrm>
            <a:off x="5714857" y="1619250"/>
            <a:ext cx="666733" cy="666750"/>
          </a:xfrm>
          <a:prstGeom prst="roundRect">
            <a:avLst>
              <a:gd name="adj" fmla="val 35266"/>
            </a:avLst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6533987" y="2476500"/>
            <a:ext cx="323842" cy="3238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Shape 8"/>
          <p:cNvSpPr/>
          <p:nvPr/>
        </p:nvSpPr>
        <p:spPr>
          <a:xfrm>
            <a:off x="5905352" y="5219700"/>
            <a:ext cx="209545" cy="2095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5333867" y="5810250"/>
            <a:ext cx="1714457" cy="476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6953076" y="5753100"/>
            <a:ext cx="171446" cy="1714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5219570" y="5753100"/>
            <a:ext cx="171446" cy="1714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61981" y="666750"/>
            <a:ext cx="1993801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PRESENTATION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1981" y="1143000"/>
            <a:ext cx="5143371" cy="26056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Beautiful Slides from HTML.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761981" y="3810000"/>
            <a:ext cx="4476638" cy="14667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rich presentations using familiar HTML and CSS. Render them with Playwright, extract every visual element into a scene graph and generate editable PowerPoint presentations automatically.</a:t>
            </a:r>
            <a:endParaRPr lang="en-US" sz="1700" dirty="0"/>
          </a:p>
        </p:txBody>
      </p:sp>
      <p:pic>
        <p:nvPicPr>
          <p:cNvPr id="17" name="Image 0" descr="https://images.unsplash.com/photo-1516321318423-f06f85e504b3?auto=format&amp;fit=crop&amp;w=12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76838" y="666750"/>
            <a:ext cx="5048124" cy="504825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61981" y="5448300"/>
            <a:ext cx="1428714" cy="885825"/>
          </a:xfrm>
          <a:prstGeom prst="rect">
            <a:avLst/>
          </a:prstGeom>
          <a:noFill/>
          <a:ln/>
        </p:spPr>
      </p:sp>
      <p:sp>
        <p:nvSpPr>
          <p:cNvPr id="19" name="Shape 16"/>
          <p:cNvSpPr/>
          <p:nvPr/>
        </p:nvSpPr>
        <p:spPr>
          <a:xfrm>
            <a:off x="761981" y="5448300"/>
            <a:ext cx="1428714" cy="381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761981" y="5657850"/>
            <a:ext cx="1428714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761981" y="6134100"/>
            <a:ext cx="1428714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Rendering Accuracy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400240" y="5448300"/>
            <a:ext cx="1428714" cy="885825"/>
          </a:xfrm>
          <a:prstGeom prst="rect">
            <a:avLst/>
          </a:prstGeom>
          <a:noFill/>
          <a:ln/>
        </p:spPr>
      </p:sp>
      <p:sp>
        <p:nvSpPr>
          <p:cNvPr id="23" name="Shape 20"/>
          <p:cNvSpPr/>
          <p:nvPr/>
        </p:nvSpPr>
        <p:spPr>
          <a:xfrm>
            <a:off x="2400240" y="5448300"/>
            <a:ext cx="1428714" cy="381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1"/>
          <p:cNvSpPr/>
          <p:nvPr/>
        </p:nvSpPr>
        <p:spPr>
          <a:xfrm>
            <a:off x="2400240" y="5657850"/>
            <a:ext cx="1428714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4×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2400240" y="6134100"/>
            <a:ext cx="1428714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Generation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038499" y="5448300"/>
            <a:ext cx="1428714" cy="885825"/>
          </a:xfrm>
          <a:prstGeom prst="rect">
            <a:avLst/>
          </a:prstGeom>
          <a:noFill/>
          <a:ln/>
        </p:spPr>
      </p:sp>
      <p:sp>
        <p:nvSpPr>
          <p:cNvPr id="27" name="Shape 24"/>
          <p:cNvSpPr/>
          <p:nvPr/>
        </p:nvSpPr>
        <p:spPr>
          <a:xfrm>
            <a:off x="4038499" y="5448300"/>
            <a:ext cx="1428714" cy="381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5"/>
          <p:cNvSpPr/>
          <p:nvPr/>
        </p:nvSpPr>
        <p:spPr>
          <a:xfrm>
            <a:off x="4038499" y="5657850"/>
            <a:ext cx="1428714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4038499" y="6134100"/>
            <a:ext cx="1428714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Objects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PPT Maker</dc:creator>
  <cp:lastModifiedBy>PPT Maker</cp:lastModifiedBy>
  <cp:revision>1</cp:revision>
  <dcterms:created xsi:type="dcterms:W3CDTF">2026-07-01T20:04:33Z</dcterms:created>
  <dcterms:modified xsi:type="dcterms:W3CDTF">2026-07-01T20:04:33Z</dcterms:modified>
</cp:coreProperties>
</file>
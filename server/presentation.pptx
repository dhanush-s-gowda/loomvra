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09550"/>
            <a:ext cx="19508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b="1" spc="120" kern="0" dirty="0">
                <a:solidFill>
                  <a:srgbClr val="202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 DIRECTION / SAMPLE SITES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762000" y="1510457"/>
            <a:ext cx="2319635" cy="12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90"/>
              </a:lnSpc>
              <a:buNone/>
            </a:pPr>
            <a:r>
              <a:rPr lang="en-US" sz="825" b="1" spc="149" kern="0" dirty="0">
                <a:solidFill>
                  <a:srgbClr val="FF5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 01 / LIVING OBJECTS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1200150" y="2539305"/>
            <a:ext cx="1998911" cy="62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914"/>
              </a:lnSpc>
              <a:buNone/>
            </a:pPr>
            <a:r>
              <a:rPr lang="en-US" sz="6300" i="1" spc="-439" kern="0" dirty="0">
                <a:solidFill>
                  <a:srgbClr val="183A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</a:t>
            </a:r>
            <a:endParaRPr lang="en-US" sz="6300" dirty="0"/>
          </a:p>
        </p:txBody>
      </p:sp>
      <p:sp>
        <p:nvSpPr>
          <p:cNvPr id="5" name="Text 3"/>
          <p:cNvSpPr/>
          <p:nvPr/>
        </p:nvSpPr>
        <p:spPr>
          <a:xfrm>
            <a:off x="762000" y="3420517"/>
            <a:ext cx="1620143" cy="261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63"/>
              </a:lnSpc>
              <a:buNone/>
            </a:pPr>
            <a:r>
              <a:rPr lang="en-US" sz="1875" dirty="0">
                <a:solidFill>
                  <a:srgbClr val="183A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Atelier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762000" y="3815804"/>
            <a:ext cx="910679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1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Rare plants.</a:t>
            </a:r>
            <a:endParaRPr lang="en-US" sz="1125" dirty="0"/>
          </a:p>
          <a:p>
            <a:pPr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1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Unruly beauty.</a:t>
            </a:r>
            <a:endParaRPr lang="en-US" sz="1125" dirty="0"/>
          </a:p>
        </p:txBody>
      </p:sp>
      <p:sp>
        <p:nvSpPr>
          <p:cNvPr id="7" name="Shape 5"/>
          <p:cNvSpPr/>
          <p:nvPr/>
        </p:nvSpPr>
        <p:spPr>
          <a:xfrm>
            <a:off x="762000" y="4511129"/>
            <a:ext cx="1950244" cy="428625"/>
          </a:xfrm>
          <a:prstGeom prst="rect">
            <a:avLst/>
          </a:prstGeom>
          <a:solidFill>
            <a:srgbClr val="FF5B45"/>
          </a:solidFill>
          <a:ln/>
        </p:spPr>
      </p:sp>
      <p:sp>
        <p:nvSpPr>
          <p:cNvPr id="8" name="Text 6"/>
          <p:cNvSpPr/>
          <p:nvPr/>
        </p:nvSpPr>
        <p:spPr>
          <a:xfrm>
            <a:off x="2355205" y="4634954"/>
            <a:ext cx="1855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5"/>
              </a:lnSpc>
              <a:buNone/>
            </a:pPr>
            <a:r>
              <a:rPr lang="en-US" sz="1425" spc="36" kern="0" dirty="0">
                <a:solidFill>
                  <a:srgbClr val="FFFA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762000" y="5206454"/>
            <a:ext cx="1529209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60"/>
              </a:lnSpc>
              <a:buNone/>
            </a:pPr>
            <a:r>
              <a:rPr lang="en-US" sz="900" i="1" dirty="0">
                <a:solidFill>
                  <a:srgbClr val="7572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Nature, curated with a wild edge.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53534" y="628650"/>
            <a:ext cx="5852666" cy="5676900"/>
          </a:xfrm>
          <a:prstGeom prst="rect">
            <a:avLst/>
          </a:prstGeom>
          <a:solidFill>
            <a:srgbClr val="173C2C"/>
          </a:solidFill>
          <a:ln/>
        </p:spPr>
      </p:sp>
      <p:pic>
        <p:nvPicPr>
          <p:cNvPr id="11" name="Image 0" descr="Lush sculptural tropical foliag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53534" y="628650"/>
            <a:ext cx="5852666" cy="5676900"/>
          </a:xfrm>
          <a:prstGeom prst="rect">
            <a:avLst/>
          </a:prstGeom>
        </p:spPr>
      </p:pic>
      <p:pic>
        <p:nvPicPr>
          <p:cNvPr id="12" name="Image 1" descr="Close-up detail of a dramatic monstera leaf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391709" y="819084"/>
            <a:ext cx="1181233" cy="1181233"/>
          </a:xfrm>
          <a:prstGeom prst="rect">
            <a:avLst/>
          </a:prstGeom>
        </p:spPr>
      </p:pic>
      <p:pic>
        <p:nvPicPr>
          <p:cNvPr id="13" name="Image 2" descr="Curated collection of potted plants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41332" y="4936048"/>
            <a:ext cx="1443605" cy="144360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72850" y="6524625"/>
            <a:ext cx="1333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825" spc="66" kern="0" dirty="0">
                <a:solidFill>
                  <a:srgbClr val="202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25" dirty="0"/>
          </a:p>
        </p:txBody>
      </p:sp>
      <p:sp>
        <p:nvSpPr>
          <p:cNvPr id="15" name="Shape 10"/>
          <p:cNvSpPr/>
          <p:nvPr/>
        </p:nvSpPr>
        <p:spPr>
          <a:xfrm>
            <a:off x="685800" y="6600825"/>
            <a:ext cx="10820400" cy="28575"/>
          </a:xfrm>
          <a:prstGeom prst="rect">
            <a:avLst/>
          </a:prstGeom>
          <a:solidFill>
            <a:srgbClr val="FF5B45"/>
          </a:solidFill>
          <a:ln/>
        </p:spPr>
      </p:sp>
      <p:sp>
        <p:nvSpPr>
          <p:cNvPr id="16" name="Shape 11"/>
          <p:cNvSpPr/>
          <p:nvPr/>
        </p:nvSpPr>
        <p:spPr>
          <a:xfrm>
            <a:off x="10341657" y="769031"/>
            <a:ext cx="1281336" cy="1281337"/>
          </a:xfrm>
          <a:prstGeom prst="rect">
            <a:avLst/>
          </a:prstGeom>
          <a:noFill/>
          <a:ln w="47625">
            <a:solidFill>
              <a:srgbClr val="F6F1E9"/>
            </a:solidFill>
            <a:prstDash val="solid"/>
          </a:ln>
          <a:effectLst>
            <a:outerShdw sx="100000" sy="100000" kx="0" ky="0" algn="bl" rotWithShape="0" blurRad="228600" dist="95250" dir="10800000">
              <a:srgbClr val="000000">
                <a:alpha val="5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5490501" y="4885217"/>
            <a:ext cx="1545266" cy="1545266"/>
          </a:xfrm>
          <a:prstGeom prst="rect">
            <a:avLst/>
          </a:prstGeom>
          <a:noFill/>
          <a:ln w="47625">
            <a:solidFill>
              <a:srgbClr val="F6F1E9"/>
            </a:solidFill>
            <a:prstDash val="solid"/>
          </a:ln>
          <a:effectLst>
            <a:outerShdw sx="100000" sy="100000" kx="0" ky="0" algn="bl" rotWithShape="0" blurRad="228600" dist="95250" dir="10800000">
              <a:srgbClr val="000000">
                <a:alpha val="50000"/>
              </a:srgbClr>
            </a:outerShdw>
          </a:effectLst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09550"/>
            <a:ext cx="19508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00"/>
              </a:lnSpc>
              <a:buNone/>
            </a:pPr>
            <a:r>
              <a:rPr lang="en-US" sz="750" b="1" spc="120" kern="0" dirty="0">
                <a:solidFill>
                  <a:srgbClr val="202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 DIRECTION / SAMPLE SITES</a:t>
            </a:r>
            <a:endParaRPr lang="en-US" sz="750" dirty="0"/>
          </a:p>
        </p:txBody>
      </p:sp>
      <p:sp>
        <p:nvSpPr>
          <p:cNvPr id="3" name="Shape 1"/>
          <p:cNvSpPr/>
          <p:nvPr/>
        </p:nvSpPr>
        <p:spPr>
          <a:xfrm>
            <a:off x="685800" y="457200"/>
            <a:ext cx="10820400" cy="5905500"/>
          </a:xfrm>
          <a:prstGeom prst="rect">
            <a:avLst/>
          </a:prstGeom>
          <a:solidFill>
            <a:srgbClr val="21131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609600"/>
            <a:ext cx="2476500" cy="5753100"/>
          </a:xfrm>
          <a:prstGeom prst="rect">
            <a:avLst/>
          </a:prstGeom>
          <a:noFill/>
          <a:ln w="9525">
            <a:solidFill>
              <a:srgbClr val="FFF5E5">
                <a:alpha val="25000"/>
              </a:srgbClr>
            </a:solidFill>
            <a:prstDash val="solid"/>
          </a:ln>
        </p:spPr>
      </p:sp>
      <p:pic>
        <p:nvPicPr>
          <p:cNvPr id="5" name="Image 0" descr="Atmospheric portrait-format independent film stil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5325" y="619125"/>
            <a:ext cx="2457450" cy="57340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352800" y="609600"/>
            <a:ext cx="8153400" cy="2667000"/>
          </a:xfrm>
          <a:prstGeom prst="rect">
            <a:avLst/>
          </a:prstGeom>
          <a:noFill/>
          <a:ln w="9525">
            <a:solidFill>
              <a:srgbClr val="FFF5E5">
                <a:alpha val="25000"/>
              </a:srgbClr>
            </a:solidFill>
            <a:prstDash val="solid"/>
          </a:ln>
        </p:spPr>
      </p:sp>
      <p:pic>
        <p:nvPicPr>
          <p:cNvPr id="7" name="Image 1" descr="Cinematic dusk with glowing city light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62325" y="619125"/>
            <a:ext cx="8134350" cy="26479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09950" y="3895279"/>
            <a:ext cx="6115050" cy="687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12"/>
              </a:lnSpc>
              <a:buNone/>
            </a:pPr>
            <a:r>
              <a:rPr lang="en-US" sz="6600" b="1" spc="-495" kern="0" dirty="0">
                <a:solidFill>
                  <a:srgbClr val="FFF5E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AFTERGLOW</a:t>
            </a:r>
            <a:endParaRPr lang="en-US" sz="6600" dirty="0"/>
          </a:p>
        </p:txBody>
      </p:sp>
      <p:sp>
        <p:nvSpPr>
          <p:cNvPr id="9" name="Text 5"/>
          <p:cNvSpPr/>
          <p:nvPr/>
        </p:nvSpPr>
        <p:spPr>
          <a:xfrm>
            <a:off x="3409950" y="4677817"/>
            <a:ext cx="6115050" cy="240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98"/>
              </a:lnSpc>
              <a:buNone/>
            </a:pPr>
            <a:r>
              <a:rPr lang="en-US" sz="1725" dirty="0">
                <a:solidFill>
                  <a:srgbClr val="F6D7A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Night Film Festival</a:t>
            </a:r>
            <a:endParaRPr lang="en-US" sz="1725" dirty="0"/>
          </a:p>
        </p:txBody>
      </p:sp>
      <p:sp>
        <p:nvSpPr>
          <p:cNvPr id="10" name="Text 6"/>
          <p:cNvSpPr/>
          <p:nvPr/>
        </p:nvSpPr>
        <p:spPr>
          <a:xfrm>
            <a:off x="3409950" y="4994970"/>
            <a:ext cx="6115050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9"/>
              </a:lnSpc>
              <a:buNone/>
            </a:pPr>
            <a:r>
              <a:rPr lang="en-US" sz="1125" dirty="0">
                <a:solidFill>
                  <a:srgbClr val="FFF5E5">
                    <a:alpha val="83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 that stay with you.</a:t>
            </a:r>
            <a:endParaRPr lang="en-US" sz="1125" dirty="0"/>
          </a:p>
        </p:txBody>
      </p:sp>
      <p:sp>
        <p:nvSpPr>
          <p:cNvPr id="11" name="Text 7"/>
          <p:cNvSpPr/>
          <p:nvPr/>
        </p:nvSpPr>
        <p:spPr>
          <a:xfrm>
            <a:off x="3409950" y="5349776"/>
            <a:ext cx="2184797" cy="295275"/>
          </a:xfrm>
          <a:prstGeom prst="rect">
            <a:avLst/>
          </a:prstGeom>
          <a:solidFill>
            <a:srgbClr val="F3A340"/>
          </a:solidFill>
          <a:ln/>
        </p:spPr>
        <p:txBody>
          <a:bodyPr wrap="square" lIns="95250" tIns="133350" rIns="133350" bIns="9525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825" b="1" spc="74" kern="0" dirty="0">
                <a:solidFill>
                  <a:srgbClr val="2415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THE PROGRAMME →</a:t>
            </a:r>
            <a:endParaRPr lang="en-US" sz="825" dirty="0"/>
          </a:p>
        </p:txBody>
      </p:sp>
      <p:sp>
        <p:nvSpPr>
          <p:cNvPr id="12" name="Text 8"/>
          <p:cNvSpPr/>
          <p:nvPr/>
        </p:nvSpPr>
        <p:spPr>
          <a:xfrm>
            <a:off x="3409950" y="5759351"/>
            <a:ext cx="6115050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80"/>
              </a:lnSpc>
              <a:buNone/>
            </a:pPr>
            <a:r>
              <a:rPr lang="en-US" sz="900" i="1" dirty="0">
                <a:solidFill>
                  <a:srgbClr val="FFF5E5">
                    <a:alpha val="62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 02 — Cinema after dark.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9867900" y="3429000"/>
            <a:ext cx="1638300" cy="2933700"/>
          </a:xfrm>
          <a:prstGeom prst="rect">
            <a:avLst/>
          </a:prstGeom>
          <a:noFill/>
          <a:ln w="9525">
            <a:solidFill>
              <a:srgbClr val="FFF5E5">
                <a:alpha val="35000"/>
              </a:srgbClr>
            </a:solidFill>
            <a:prstDash val="solid"/>
          </a:ln>
        </p:spPr>
      </p:sp>
      <p:pic>
        <p:nvPicPr>
          <p:cNvPr id="14" name="Image 2" descr="Analog cinema projector detail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877425" y="3438525"/>
            <a:ext cx="1619250" cy="2914650"/>
          </a:xfrm>
          <a:prstGeom prst="rect">
            <a:avLst/>
          </a:prstGeom>
        </p:spPr>
      </p:pic>
      <p:pic>
        <p:nvPicPr>
          <p:cNvPr id="15" name="Image 3" descr="✳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1149013" y="3605213"/>
            <a:ext cx="123825" cy="23812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372850" y="6524625"/>
            <a:ext cx="1333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25"/>
              </a:lnSpc>
              <a:buNone/>
            </a:pPr>
            <a:r>
              <a:rPr lang="en-US" sz="825" spc="66" kern="0" dirty="0">
                <a:solidFill>
                  <a:srgbClr val="202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25" dirty="0"/>
          </a:p>
        </p:txBody>
      </p:sp>
      <p:sp>
        <p:nvSpPr>
          <p:cNvPr id="17" name="Shape 11"/>
          <p:cNvSpPr/>
          <p:nvPr/>
        </p:nvSpPr>
        <p:spPr>
          <a:xfrm>
            <a:off x="685800" y="6600825"/>
            <a:ext cx="10820400" cy="28575"/>
          </a:xfrm>
          <a:prstGeom prst="rect">
            <a:avLst/>
          </a:prstGeom>
          <a:solidFill>
            <a:srgbClr val="FF5B45"/>
          </a:solidFill>
          <a:ln/>
        </p:spPr>
      </p:sp>
      <p:sp>
        <p:nvSpPr>
          <p:cNvPr id="18" name="Shape 12"/>
          <p:cNvSpPr/>
          <p:nvPr/>
        </p:nvSpPr>
        <p:spPr>
          <a:xfrm>
            <a:off x="11039475" y="3552825"/>
            <a:ext cx="342900" cy="342900"/>
          </a:xfrm>
          <a:prstGeom prst="ellipse">
            <a:avLst/>
          </a:prstGeom>
          <a:solidFill>
            <a:srgbClr val="F3A340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Generated Presentation</dc:title>
  <dc:subject>PptxGenJS Presentation</dc:subject>
  <dc:creator>PPT Maker</dc:creator>
  <cp:lastModifiedBy>PPT Maker</cp:lastModifiedBy>
  <cp:revision>1</cp:revision>
  <dcterms:created xsi:type="dcterms:W3CDTF">2026-10-17T14:34:16Z</dcterms:created>
  <dcterms:modified xsi:type="dcterms:W3CDTF">2026-10-17T14:34:16Z</dcterms:modified>
</cp:coreProperties>
</file>